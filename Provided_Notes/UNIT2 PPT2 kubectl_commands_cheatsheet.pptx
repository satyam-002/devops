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6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5" y="2285683"/>
            <a:ext cx="8229600" cy="1143000"/>
          </a:xfrm>
        </p:spPr>
        <p:txBody>
          <a:bodyPr>
            <a:normAutofit fontScale="90000"/>
          </a:bodyPr>
          <a:p>
            <a:r>
              <a:rPr lang="en-US"/>
              <a:t>Unit -2</a:t>
            </a:r>
            <a:br>
              <a:rPr lang="en-US"/>
            </a:br>
            <a:r>
              <a:rPr lang="en-US" altLang="en-US">
                <a:sym typeface="+mn-ea"/>
              </a:rPr>
              <a:t>Deployment of Kubernetes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kubectl Commands Cheat Sheet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Essential commands for Kubernetes management using kubectl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Cluster Info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kubectl get nodes</a:t>
            </a:r>
          </a:p>
          <a:p>
            <a:r>
              <a:t>kubectl cluster-info</a:t>
            </a:r>
          </a:p>
          <a:p>
            <a:r>
              <a:t>kubectl config get-contexts</a:t>
            </a:r>
          </a:p>
          <a:p>
            <a:r>
              <a:t>kubectl config use-context &lt;name&gt;</a:t>
            </a:r>
          </a:p>
          <a:p>
            <a:r>
              <a:t>kubectl config current-context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Pods and Workloads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kubectl get pods</a:t>
            </a:r>
          </a:p>
          <a:p>
            <a:r>
              <a:t>kubectl get pods -A</a:t>
            </a:r>
          </a:p>
          <a:p>
            <a:r>
              <a:t>kubectl describe pod &lt;pod-name&gt;</a:t>
            </a:r>
          </a:p>
          <a:p>
            <a:r>
              <a:t>kubectl apply -f pod.yaml</a:t>
            </a:r>
          </a:p>
          <a:p>
            <a:r>
              <a:t>kubectl delete pod &lt;pod-name&gt;</a:t>
            </a:r>
          </a:p>
          <a:p>
            <a:r>
              <a:t>kubectl logs &lt;pod-name&gt;</a:t>
            </a:r>
          </a:p>
          <a:p>
            <a:r>
              <a:t>kubectl exec -it &lt;pod-name&gt; -- /bin/bash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Deployments and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kubectl create deployment nginx --image=nginx</a:t>
            </a:r>
          </a:p>
          <a:p>
            <a:r>
              <a:t>kubectl get deployments</a:t>
            </a:r>
          </a:p>
          <a:p>
            <a:r>
              <a:t>kubectl scale deployment nginx --replicas=3</a:t>
            </a:r>
          </a:p>
          <a:p>
            <a:r>
              <a:t>kubectl expose deployment nginx --type=NodePort --port=80</a:t>
            </a:r>
          </a:p>
          <a:p>
            <a:r>
              <a:t>kubectl get svc</a:t>
            </a:r>
          </a:p>
          <a:p>
            <a:r>
              <a:t>kubectl delete deployment nginx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YAML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kubectl apply -f file.yaml</a:t>
            </a:r>
          </a:p>
          <a:p>
            <a:r>
              <a:t>kubectl create deployment nginx --image=nginx --dry-run=client -o yaml</a:t>
            </a:r>
          </a:p>
          <a:p>
            <a:r>
              <a:t>kubectl get pod &lt;name&gt; -o yaml &gt; pod.yaml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Namespace and Labels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kubectl get namespaces</a:t>
            </a:r>
          </a:p>
          <a:p>
            <a:r>
              <a:t>kubectl create namespace dev</a:t>
            </a:r>
          </a:p>
          <a:p>
            <a:r>
              <a:t>kubectl config set-context --current --namespace=dev</a:t>
            </a:r>
          </a:p>
          <a:p>
            <a:r>
              <a:t>kubectl label pod &lt;name&gt; app=myapp</a:t>
            </a:r>
          </a:p>
          <a:p>
            <a:r>
              <a:t>kubectl get pods -l app=myapp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Node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kubectl cordon &lt;node-name&gt;</a:t>
            </a:r>
          </a:p>
          <a:p>
            <a:r>
              <a:t>kubectl uncordon &lt;node-name&gt;</a:t>
            </a:r>
          </a:p>
          <a:p>
            <a:r>
              <a:t>kubectl drain &lt;node-name&gt; --ignore-daemonsets</a:t>
            </a:r>
          </a:p>
          <a:p>
            <a:r>
              <a:t>kubectl describe node &lt;node-name&gt;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Debugging and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kubectl get events</a:t>
            </a:r>
          </a:p>
          <a:p>
            <a:r>
              <a:t>kubectl port-forward pod/&lt;pod-name&gt; 8080:80</a:t>
            </a:r>
          </a:p>
          <a:p>
            <a:r>
              <a:t>kubectl top nodes</a:t>
            </a:r>
          </a:p>
          <a:p>
            <a:r>
              <a:t>kubectl top pods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Cleanup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kubectl delete pod &lt;name&gt;</a:t>
            </a:r>
          </a:p>
          <a:p>
            <a:r>
              <a:t>kubectl delete deployment &lt;name&gt;</a:t>
            </a:r>
          </a:p>
          <a:p>
            <a:r>
              <a:t>kubectl delete service &lt;name&gt;</a:t>
            </a:r>
          </a:p>
          <a:p>
            <a:r>
              <a:t>kubectl delete namespace &lt;name&gt;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1454</Words>
  <Application>WPS Presentation</Application>
  <PresentationFormat>On-screen Show (4:3)</PresentationFormat>
  <Paragraphs>68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SimSun</vt:lpstr>
      <vt:lpstr>Wingdings</vt:lpstr>
      <vt:lpstr>Arial</vt:lpstr>
      <vt:lpstr>Calibri</vt:lpstr>
      <vt:lpstr>Helvetica Neue</vt:lpstr>
      <vt:lpstr>Microsoft YaHei</vt:lpstr>
      <vt:lpstr>汉仪旗黑</vt:lpstr>
      <vt:lpstr>Arial Unicode MS</vt:lpstr>
      <vt:lpstr>Office Theme</vt:lpstr>
      <vt:lpstr>PowerPoint 演示文稿</vt:lpstr>
      <vt:lpstr>kubectl Commands Cheat Sheet</vt:lpstr>
      <vt:lpstr>1. Cluster Info</vt:lpstr>
      <vt:lpstr>2. Pods and Workloads</vt:lpstr>
      <vt:lpstr>3. Deployments and Services</vt:lpstr>
      <vt:lpstr>4. YAML Management</vt:lpstr>
      <vt:lpstr>5. Namespace and Labels</vt:lpstr>
      <vt:lpstr>6. Node Operations</vt:lpstr>
      <vt:lpstr>7. Debugging and Monitoring</vt:lpstr>
      <vt:lpstr>8. Cleanup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divyathakur</cp:lastModifiedBy>
  <cp:revision>2</cp:revision>
  <dcterms:created xsi:type="dcterms:W3CDTF">2025-08-03T20:38:50Z</dcterms:created>
  <dcterms:modified xsi:type="dcterms:W3CDTF">2025-08-03T20:38:50Z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CC51F386B169B38ADAC88F680E4A87B0_42</vt:lpwstr>
  </property>
  <property fmtid="{D5CDD505-2E9C-101B-9397-08002B2CF9AE}" pid="3" name="KSOProductBuildVer">
    <vt:lpwstr>1033-12.1.21937.21937</vt:lpwstr>
  </property>
</Properties>
</file>