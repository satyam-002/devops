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9515"/>
            <a:ext cx="9144000" cy="3240405"/>
          </a:xfrm>
        </p:spPr>
        <p:txBody>
          <a:bodyPr>
            <a:normAutofit fontScale="90000"/>
          </a:bodyPr>
          <a:p>
            <a:r>
              <a:rPr lang="en-US" altLang="en-US"/>
              <a:t>COMPLETE GUIDE TO INSTALLING &amp; USING KUBERNETES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025"/>
          </a:xfrm>
        </p:spPr>
        <p:txBody>
          <a:bodyPr>
            <a:normAutofit fontScale="90000"/>
          </a:bodyPr>
          <a:p>
            <a:r>
              <a:rPr lang="en-US" altLang="en-US"/>
              <a:t>Local Development Approaches</a:t>
            </a:r>
            <a:endParaRPr lang="en-US" altLang="en-US"/>
          </a:p>
        </p:txBody>
      </p:sp>
      <p:pic>
        <p:nvPicPr>
          <p:cNvPr id="4" name="Picture 3" descr="Screenshot 2025-08-08 at 12.48.3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8865"/>
            <a:ext cx="12192000" cy="577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p>
            <a:r>
              <a:rPr lang="en-US" altLang="en-US"/>
              <a:t>Traditional / Bare-Metal Approaches</a:t>
            </a:r>
            <a:endParaRPr lang="en-US" altLang="en-US"/>
          </a:p>
        </p:txBody>
      </p:sp>
      <p:pic>
        <p:nvPicPr>
          <p:cNvPr id="4" name="Picture 3" descr="Screenshot 2025-08-08 at 12.49.3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7600"/>
            <a:ext cx="12191365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205"/>
          </a:xfrm>
        </p:spPr>
        <p:txBody>
          <a:bodyPr>
            <a:normAutofit fontScale="90000"/>
          </a:bodyPr>
          <a:p>
            <a:r>
              <a:rPr lang="en-US" altLang="en-US"/>
              <a:t>Lightweight &amp; Edge-Oriented Distributions</a:t>
            </a:r>
            <a:endParaRPr lang="en-US" altLang="en-US"/>
          </a:p>
        </p:txBody>
      </p:sp>
      <p:pic>
        <p:nvPicPr>
          <p:cNvPr id="4" name="Picture 3" descr="Screenshot 2025-08-08 at 12.51.1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955800"/>
            <a:ext cx="12192635" cy="4683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220"/>
            <a:ext cx="10515600" cy="645795"/>
          </a:xfrm>
        </p:spPr>
        <p:txBody>
          <a:bodyPr>
            <a:normAutofit fontScale="90000"/>
          </a:bodyPr>
          <a:p>
            <a:r>
              <a:rPr lang="en-US" altLang="en-US"/>
              <a:t>Cloud-Managed Kubernetes Services</a:t>
            </a:r>
            <a:endParaRPr lang="en-US" altLang="en-US"/>
          </a:p>
        </p:txBody>
      </p:sp>
      <p:pic>
        <p:nvPicPr>
          <p:cNvPr id="4" name="Picture 3" descr="Screenshot 2025-08-08 at 12.51.2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899795"/>
            <a:ext cx="11046460" cy="5958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445"/>
            <a:ext cx="10515600" cy="646430"/>
          </a:xfrm>
        </p:spPr>
        <p:txBody>
          <a:bodyPr>
            <a:normAutofit fontScale="90000"/>
          </a:bodyPr>
          <a:p>
            <a:r>
              <a:rPr lang="en-US" altLang="en-US"/>
              <a:t>Special Cases / Hosted Solutions</a:t>
            </a:r>
            <a:endParaRPr lang="en-US" altLang="en-US"/>
          </a:p>
        </p:txBody>
      </p:sp>
      <p:pic>
        <p:nvPicPr>
          <p:cNvPr id="4" name="Picture 3" descr="Screenshot 2025-08-08 at 12.54.0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663700"/>
            <a:ext cx="12192000" cy="5193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ROAD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360" y="0"/>
            <a:ext cx="698944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WPS Presentation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Office Theme</vt:lpstr>
      <vt:lpstr>COMPLETE GUIDE TO INSTALLING &amp; USING KUBERNETES </vt:lpstr>
      <vt:lpstr>Local Development Approaches</vt:lpstr>
      <vt:lpstr>Traditional / Bare-Metal Approaches</vt:lpstr>
      <vt:lpstr>Lightweight &amp; Edge-Oriented Distributions</vt:lpstr>
      <vt:lpstr>Cloud-Managed Kubernetes Services</vt:lpstr>
      <vt:lpstr>Special Cases / Hosted Solutions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GUIDE TO INSTALLING &amp; USING KUBERNETES </dc:title>
  <dc:creator>divyathakur</dc:creator>
  <cp:lastModifiedBy>divya thakur</cp:lastModifiedBy>
  <cp:revision>16</cp:revision>
  <dcterms:created xsi:type="dcterms:W3CDTF">2025-08-08T07:29:54Z</dcterms:created>
  <dcterms:modified xsi:type="dcterms:W3CDTF">2025-08-08T07:29:54Z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5B1368475EBE30B1BE9F95684C16A8A8_41</vt:lpwstr>
  </property>
  <property fmtid="{D5CDD505-2E9C-101B-9397-08002B2CF9AE}" pid="3" name="KSOProductBuildVer">
    <vt:lpwstr>1033-12.1.21937.21937</vt:lpwstr>
  </property>
</Properties>
</file>