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5" r:id="rId4"/>
    <p:sldId id="257" r:id="rId5"/>
    <p:sldId id="260" r:id="rId6"/>
    <p:sldId id="259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11350"/>
            <a:ext cx="9144000" cy="2199005"/>
          </a:xfrm>
        </p:spPr>
        <p:txBody>
          <a:bodyPr>
            <a:normAutofit fontScale="90000"/>
          </a:bodyPr>
          <a:p>
            <a:br>
              <a:rPr lang="en-US" altLang="en-US" sz="4400"/>
            </a:br>
            <a:br>
              <a:rPr lang="en-US" altLang="en-US" sz="4400"/>
            </a:br>
            <a:r>
              <a:rPr lang="en-US" altLang="en-US" sz="4400"/>
              <a:t>Unit -1</a:t>
            </a:r>
            <a:br>
              <a:rPr lang="en-US" altLang="en-US" sz="4400"/>
            </a:br>
            <a:r>
              <a:rPr lang="en-US" altLang="en-US" sz="4400"/>
              <a:t>Introduction to Kubernetes</a:t>
            </a:r>
            <a:endParaRPr lang="en-US" altLang="en-US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Prerequisits Link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https://devopscube.com/learn-kubernetes-complete-roadmap/?ref=devopscube.com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Unit-1 Topics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Introduction to Kubernetes : </a:t>
            </a:r>
            <a:endParaRPr lang="en-US" altLang="en-US"/>
          </a:p>
          <a:p>
            <a:pPr lvl="1"/>
            <a:r>
              <a:rPr lang="en-US" altLang="en-US"/>
              <a:t>Containerization, </a:t>
            </a:r>
            <a:endParaRPr lang="en-US" altLang="en-US"/>
          </a:p>
          <a:p>
            <a:pPr lvl="1"/>
            <a:r>
              <a:rPr lang="en-US" altLang="en-US"/>
              <a:t>Tools for Containerization,</a:t>
            </a:r>
            <a:endParaRPr lang="en-US" altLang="en-US"/>
          </a:p>
          <a:p>
            <a:pPr lvl="1"/>
            <a:r>
              <a:rPr lang="en-US" altLang="en-US">
                <a:solidFill>
                  <a:schemeClr val="bg1"/>
                </a:solidFill>
                <a:highlight>
                  <a:srgbClr val="000000"/>
                </a:highlight>
              </a:rPr>
              <a:t>Kubernetes Overview, </a:t>
            </a:r>
            <a:endParaRPr lang="en-US" altLang="en-US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lvl="1"/>
            <a:r>
              <a:rPr lang="en-US" altLang="en-US"/>
              <a:t>Kubernetes Concept, </a:t>
            </a:r>
            <a:endParaRPr lang="en-US" altLang="en-US"/>
          </a:p>
          <a:p>
            <a:pPr lvl="1"/>
            <a:r>
              <a:rPr lang="en-US" altLang="en-US"/>
              <a:t>Use of Kubernetes, </a:t>
            </a:r>
            <a:endParaRPr lang="en-US" altLang="en-US"/>
          </a:p>
          <a:p>
            <a:pPr lvl="1"/>
            <a:r>
              <a:rPr lang="en-US" altLang="en-US"/>
              <a:t>Kubernetes Master-Slave Architecture.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Kubernetes Overview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 altLang="en-US"/>
              <a:t>Kubernetes, also known as K8s, is an open source system for automating deployment, scaling, and management of containerized applications.</a:t>
            </a:r>
            <a:endParaRPr lang="en-US" altLang="en-US"/>
          </a:p>
          <a:p>
            <a:r>
              <a:rPr lang="en-US" altLang="en-US"/>
              <a:t>The open source project is hosted by the Cloud Native Computing Foundation (CNCF).</a:t>
            </a:r>
            <a:endParaRPr lang="en-US" altLang="en-US"/>
          </a:p>
          <a:p>
            <a:r>
              <a:rPr lang="en-US" altLang="en-US"/>
              <a:t>Kubernetes (K8s) is an open-source container orchestration platform originally developed by Google. </a:t>
            </a:r>
            <a:endParaRPr lang="en-US" altLang="en-US"/>
          </a:p>
          <a:p>
            <a:r>
              <a:rPr lang="en-US" altLang="en-US"/>
              <a:t>It automates the deployment, scaling, and management of containerized applications across clusters of machines.\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Problem Kubernetes Solves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Restaurant Chain Analogy: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marL="0" indent="0">
              <a:buNone/>
            </a:pPr>
            <a:endParaRPr lang="en-US" altLang="en-US"/>
          </a:p>
          <a:p>
            <a:pPr lvl="1"/>
            <a:r>
              <a:rPr lang="en-US" altLang="en-US"/>
              <a:t>Without orchestration: You manually call each restaurant to check status, manually send staff when busy, manually coordinate deliveries.</a:t>
            </a:r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With Kubernetes: Automated system monitors all locations, automatically sends help where needed, coordinates everything centrally.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1540"/>
          </a:xfrm>
        </p:spPr>
        <p:txBody>
          <a:bodyPr/>
          <a:p>
            <a:r>
              <a:rPr lang="en-US" altLang="en-US"/>
              <a:t>Evolution to Container Orchestration</a:t>
            </a:r>
            <a:endParaRPr lang="en-US" altLang="en-US"/>
          </a:p>
        </p:txBody>
      </p:sp>
      <p:pic>
        <p:nvPicPr>
          <p:cNvPr id="4" name="Picture 3" descr="kubernetes_evoluti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33805" y="1535430"/>
            <a:ext cx="9865360" cy="48685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6465"/>
          </a:xfrm>
        </p:spPr>
        <p:txBody>
          <a:bodyPr/>
          <a:p>
            <a:r>
              <a:rPr lang="en-US" altLang="en-US"/>
              <a:t>What Kubernetes Provides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2740"/>
            <a:ext cx="10515600" cy="4574540"/>
          </a:xfrm>
        </p:spPr>
        <p:txBody>
          <a:bodyPr>
            <a:normAutofit fontScale="80000"/>
          </a:bodyPr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Automated Deployment:</a:t>
            </a:r>
            <a:r>
              <a:rPr lang="en-US" altLang="en-US"/>
              <a:t> Deploy applications with simple commands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Scaling: </a:t>
            </a:r>
            <a:r>
              <a:rPr lang="en-US" altLang="en-US"/>
              <a:t>Automatically scale based on CPU/memory usage or custom metrics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Load Balancing: </a:t>
            </a:r>
            <a:r>
              <a:rPr lang="en-US" altLang="en-US"/>
              <a:t>Distribute traffic across multiple application instances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Self-Healing: </a:t>
            </a:r>
            <a:r>
              <a:rPr lang="en-US" altLang="en-US"/>
              <a:t>Automatically restart failed containers and replace unhealthy 				nodes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Service Discovery: </a:t>
            </a:r>
            <a:r>
              <a:rPr lang="en-US" altLang="en-US"/>
              <a:t>Applications can find and communicate with each other 					automatically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Storage Orchestration:</a:t>
            </a:r>
            <a:r>
              <a:rPr lang="en-US" altLang="en-US"/>
              <a:t> Automatically mount storage systems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Secret Management: </a:t>
            </a:r>
            <a:r>
              <a:rPr lang="en-US" altLang="en-US"/>
              <a:t>Securely deploy and manage sensitive information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Rolling Updates: </a:t>
            </a:r>
            <a:r>
              <a:rPr lang="en-US" altLang="en-US"/>
              <a:t>Update applications without downtime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Resource Management:</a:t>
            </a:r>
            <a:r>
              <a:rPr lang="en-US" altLang="en-US"/>
              <a:t> Efficiently allocate CPU and memory across cluster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Real-World Kubernetes Use Cases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43050"/>
            <a:ext cx="10515600" cy="5022215"/>
          </a:xfrm>
        </p:spPr>
        <p:txBody>
          <a:bodyPr>
            <a:normAutofit fontScale="90000"/>
          </a:bodyPr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Netflix Example: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Scale: Runs thousands of microservices</a:t>
            </a:r>
            <a:endParaRPr lang="en-US" altLang="en-US"/>
          </a:p>
          <a:p>
            <a:pPr lvl="1"/>
            <a:r>
              <a:rPr lang="en-US" altLang="en-US"/>
              <a:t>Auto-scaling: Automatically handles traffic spikes (new movie releases)</a:t>
            </a:r>
            <a:endParaRPr lang="en-US" altLang="en-US"/>
          </a:p>
          <a:p>
            <a:pPr lvl="1"/>
            <a:r>
              <a:rPr lang="en-US" altLang="en-US"/>
              <a:t>Fault tolerance: If one service fails, others continue working</a:t>
            </a:r>
            <a:endParaRPr lang="en-US" altLang="en-US"/>
          </a:p>
          <a:p>
            <a:pPr lvl="1"/>
            <a:r>
              <a:rPr lang="en-US" altLang="en-US"/>
              <a:t>Global reach: Manages content delivery across multiple regions</a:t>
            </a:r>
            <a:endParaRPr lang="en-US" altLang="en-US"/>
          </a:p>
          <a:p>
            <a:pPr lvl="1"/>
            <a:r>
              <a:rPr lang="en-US" altLang="en-US"/>
              <a:t>Deployment frequency: Hundreds of deployments per day</a:t>
            </a:r>
            <a:endParaRPr lang="en-US" altLang="en-US"/>
          </a:p>
          <a:p>
            <a:r>
              <a:rPr lang="en-US" altLang="en-US" b="1">
                <a:gradFill>
                  <a:gsLst>
                    <a:gs pos="0">
                      <a:srgbClr val="012D86"/>
                    </a:gs>
                    <a:gs pos="100000">
                      <a:srgbClr val="0E2557"/>
                    </a:gs>
                  </a:gsLst>
                  <a:lin scaled="0"/>
                </a:gradFill>
              </a:rPr>
              <a:t>Spotify Example:</a:t>
            </a:r>
            <a:endParaRPr lang="en-US" altLang="en-US" b="1">
              <a:gradFill>
                <a:gsLst>
                  <a:gs pos="0">
                    <a:srgbClr val="012D86"/>
                  </a:gs>
                  <a:gs pos="100000">
                    <a:srgbClr val="0E2557"/>
                  </a:gs>
                </a:gsLst>
                <a:lin scaled="0"/>
              </a:gradFill>
            </a:endParaRPr>
          </a:p>
          <a:p>
            <a:pPr lvl="1"/>
            <a:r>
              <a:rPr lang="en-US" altLang="en-US"/>
              <a:t>Music streaming: Handles millions of concurrent streams</a:t>
            </a:r>
            <a:endParaRPr lang="en-US" altLang="en-US"/>
          </a:p>
          <a:p>
            <a:pPr lvl="1"/>
            <a:r>
              <a:rPr lang="en-US" altLang="en-US"/>
              <a:t>Feature deployment: Rapidly deploy new features to different user segments</a:t>
            </a:r>
            <a:endParaRPr lang="en-US" altLang="en-US"/>
          </a:p>
          <a:p>
            <a:pPr lvl="1"/>
            <a:r>
              <a:rPr lang="en-US" altLang="en-US"/>
              <a:t>Data processing: Manages complex data pipelines for recommendations</a:t>
            </a:r>
            <a:endParaRPr lang="en-US" altLang="en-US"/>
          </a:p>
          <a:p>
            <a:pPr lvl="1"/>
            <a:r>
              <a:rPr lang="en-US" altLang="en-US"/>
              <a:t>Resource optimization: Automatically provisions resources based on usage patterns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2401</Words>
  <Application>WPS Writer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8" baseType="lpstr">
      <vt:lpstr>Arial</vt:lpstr>
      <vt:lpstr>SimSun</vt:lpstr>
      <vt:lpstr>Wingdings</vt:lpstr>
      <vt:lpstr>Calibri Light</vt:lpstr>
      <vt:lpstr>Helvetica Neue</vt:lpstr>
      <vt:lpstr>Microsoft YaHei</vt:lpstr>
      <vt:lpstr>汉仪旗黑</vt:lpstr>
      <vt:lpstr>Arial Unicode MS</vt:lpstr>
      <vt:lpstr>Calibri</vt:lpstr>
      <vt:lpstr>Office Theme</vt:lpstr>
      <vt:lpstr>  Unit -1 Introduction to Kubernetes</vt:lpstr>
      <vt:lpstr>Prerequisits Link</vt:lpstr>
      <vt:lpstr>Unit-1 Topics </vt:lpstr>
      <vt:lpstr>Kubernetes Overview</vt:lpstr>
      <vt:lpstr>The Problem Kubernetes Solves</vt:lpstr>
      <vt:lpstr>Evolution to Container Orchestration</vt:lpstr>
      <vt:lpstr>What Kubernetes Provides</vt:lpstr>
      <vt:lpstr>Real-World Kubernetes Use Cases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divyathakur</dc:creator>
  <cp:lastModifiedBy>divya thakur</cp:lastModifiedBy>
  <cp:revision>24</cp:revision>
  <dcterms:created xsi:type="dcterms:W3CDTF">2025-07-27T18:58:34Z</dcterms:created>
  <dcterms:modified xsi:type="dcterms:W3CDTF">2025-07-27T18:58:34Z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567E2EFD8AE59F88EA628668BCBA959B_41</vt:lpwstr>
  </property>
  <property fmtid="{D5CDD505-2E9C-101B-9397-08002B2CF9AE}" pid="3" name="KSOProductBuildVer">
    <vt:lpwstr>1033-12.1.21937.21937</vt:lpwstr>
  </property>
</Properties>
</file>