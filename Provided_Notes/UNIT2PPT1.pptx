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71" r:id="rId5"/>
    <p:sldId id="272" r:id="rId6"/>
    <p:sldId id="273" r:id="rId7"/>
    <p:sldId id="274" r:id="rId8"/>
    <p:sldId id="275" r:id="rId9"/>
    <p:sldId id="276" r:id="rId10"/>
    <p:sldId id="278" r:id="rId11"/>
    <p:sldId id="259" r:id="rId12"/>
    <p:sldId id="260" r:id="rId13"/>
    <p:sldId id="261" r:id="rId14"/>
    <p:sldId id="263" r:id="rId15"/>
    <p:sldId id="264" r:id="rId16"/>
    <p:sldId id="265" r:id="rId17"/>
    <p:sldId id="266" r:id="rId18"/>
    <p:sldId id="267" r:id="rId19"/>
    <p:sldId id="269" r:id="rId20"/>
    <p:sldId id="270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53" d="100"/>
          <a:sy n="53" d="100"/>
        </p:scale>
        <p:origin x="18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341755"/>
            <a:ext cx="9144000" cy="1927225"/>
          </a:xfrm>
        </p:spPr>
        <p:txBody>
          <a:bodyPr>
            <a:normAutofit fontScale="90000"/>
          </a:bodyPr>
          <a:p>
            <a:r>
              <a:rPr lang="en-US"/>
              <a:t>Unit - 2</a:t>
            </a:r>
            <a:br>
              <a:rPr lang="en-US"/>
            </a:br>
            <a:r>
              <a:rPr lang="en-US" altLang="en-US"/>
              <a:t>Deployment of Kubernetes</a:t>
            </a:r>
            <a:endParaRPr lang="en-US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Unit -2 Syllabus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Deployment of Kubernetes : </a:t>
            </a:r>
            <a:endParaRPr lang="en-US" altLang="en-US"/>
          </a:p>
          <a:p>
            <a:pPr lvl="1"/>
            <a:r>
              <a:rPr lang="en-US" altLang="en-US"/>
              <a:t>Installing Kubernetes</a:t>
            </a:r>
            <a:endParaRPr lang="en-US" altLang="en-US"/>
          </a:p>
          <a:p>
            <a:pPr lvl="1"/>
            <a:r>
              <a:rPr lang="en-US" altLang="en-US"/>
              <a:t>Steps for Kubernetes Master</a:t>
            </a:r>
            <a:endParaRPr lang="en-US" altLang="en-US"/>
          </a:p>
          <a:p>
            <a:pPr lvl="1"/>
            <a:r>
              <a:rPr lang="en-US" altLang="en-US"/>
              <a:t>Steps for Kubernetes Slave</a:t>
            </a:r>
            <a:endParaRPr lang="en-US" altLang="en-US"/>
          </a:p>
          <a:p>
            <a:pPr lvl="1"/>
            <a:r>
              <a:rPr lang="en-US" altLang="en-US"/>
              <a:t>Kubectl Commands.</a:t>
            </a:r>
            <a:endParaRPr lang="en-US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13105"/>
          </a:xfrm>
        </p:spPr>
        <p:txBody>
          <a:bodyPr>
            <a:normAutofit fontScale="90000"/>
          </a:bodyPr>
          <a:p>
            <a:r>
              <a:rPr lang="en-US"/>
              <a:t>Kubernetes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536065"/>
            <a:ext cx="10515600" cy="4552315"/>
          </a:xfrm>
        </p:spPr>
        <p:txBody>
          <a:bodyPr>
            <a:normAutofit/>
          </a:bodyPr>
          <a:p>
            <a:r>
              <a:rPr lang="en-US" altLang="en-US"/>
              <a:t>Kubernetes (K8s) is a system for running and managing containerized applications across multiple machines.</a:t>
            </a:r>
            <a:endParaRPr lang="en-US" altLang="en-US"/>
          </a:p>
          <a:p>
            <a:r>
              <a:rPr lang="en-US" altLang="en-US"/>
              <a:t>It:</a:t>
            </a:r>
            <a:endParaRPr lang="en-US" altLang="en-US"/>
          </a:p>
          <a:p>
            <a:pPr lvl="1"/>
            <a:r>
              <a:rPr lang="en-US" altLang="en-US"/>
              <a:t>Automatically schedules containers to run on available nodes</a:t>
            </a:r>
            <a:endParaRPr lang="en-US" altLang="en-US"/>
          </a:p>
          <a:p>
            <a:pPr lvl="1"/>
            <a:r>
              <a:rPr lang="en-US" altLang="en-US"/>
              <a:t>Handles scaling up/down</a:t>
            </a:r>
            <a:endParaRPr lang="en-US" altLang="en-US"/>
          </a:p>
          <a:p>
            <a:pPr lvl="1"/>
            <a:r>
              <a:rPr lang="en-US" altLang="en-US"/>
              <a:t>Restarts containers if they fail</a:t>
            </a:r>
            <a:endParaRPr lang="en-US" altLang="en-US"/>
          </a:p>
          <a:p>
            <a:pPr lvl="1"/>
            <a:r>
              <a:rPr lang="en-US" altLang="en-US"/>
              <a:t>Exposes them to the network (via Services, Ingress, LoadBalancers)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2640"/>
          </a:xfrm>
        </p:spPr>
        <p:txBody>
          <a:bodyPr/>
          <a:p>
            <a:r>
              <a:rPr lang="en-US" altLang="en-US">
                <a:sym typeface="+mn-ea"/>
              </a:rPr>
              <a:t>Key Kubernetes Terms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60000"/>
          </a:bodyPr>
          <a:p>
            <a:r>
              <a:rPr lang="en-US" altLang="en-US"/>
              <a:t>Cluster → The whole setup (control plane + worker nodes)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Control Plane (Master) → Decides where and how apps run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Worker Nodes → Run your applications (Pods)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Pod → Smallest deployable unit in Kubernetes, usually 1+ containers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Service → Network endpoint for accessing Pods</a:t>
            </a:r>
            <a:endParaRPr lang="en-US" altLang="en-US"/>
          </a:p>
          <a:p>
            <a:endParaRPr lang="en-US" altLang="en-US"/>
          </a:p>
          <a:p>
            <a:r>
              <a:rPr lang="en-US" altLang="en-US"/>
              <a:t>Ingress → Routes external HTTP/HTTPS traffic to Services</a:t>
            </a:r>
            <a:endParaRPr lang="en-US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11810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System Requirements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24280"/>
            <a:ext cx="10515600" cy="495300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These vary depending on the method you choose.</a:t>
            </a:r>
            <a:endParaRPr lang="en-US" altLang="en-US"/>
          </a:p>
          <a:p>
            <a:pPr marL="0" indent="0">
              <a:buNone/>
            </a:pPr>
            <a:r>
              <a:rPr lang="en-US" altLang="en-US"/>
              <a:t>A) Local Single-Node Cluster (Docker Desktop, Minikube, Kind)</a:t>
            </a:r>
            <a:endParaRPr lang="en-US" altLang="en-US"/>
          </a:p>
          <a:p>
            <a:pPr lvl="1"/>
            <a:r>
              <a:rPr lang="en-US" altLang="en-US"/>
              <a:t>OS: Windows 10/11, macOS, or Linux</a:t>
            </a:r>
            <a:endParaRPr lang="en-US" altLang="en-US"/>
          </a:p>
          <a:p>
            <a:pPr lvl="1"/>
            <a:r>
              <a:rPr lang="en-US" altLang="en-US"/>
              <a:t>CPU: ≥ 2 cores</a:t>
            </a:r>
            <a:endParaRPr lang="en-US" altLang="en-US"/>
          </a:p>
          <a:p>
            <a:pPr lvl="1"/>
            <a:r>
              <a:rPr lang="en-US" altLang="en-US"/>
              <a:t>RAM: ≥ 4 GB</a:t>
            </a:r>
            <a:endParaRPr lang="en-US" altLang="en-US"/>
          </a:p>
          <a:p>
            <a:pPr lvl="1"/>
            <a:r>
              <a:rPr lang="en-US" altLang="en-US"/>
              <a:t>Disk Space: 20 GB</a:t>
            </a:r>
            <a:endParaRPr lang="en-US" altLang="en-US"/>
          </a:p>
          <a:p>
            <a:r>
              <a:rPr lang="en-US" altLang="en-US"/>
              <a:t>Extras:</a:t>
            </a:r>
            <a:endParaRPr lang="en-US" altLang="en-US"/>
          </a:p>
          <a:p>
            <a:pPr lvl="1"/>
            <a:r>
              <a:rPr lang="en-US" altLang="en-US"/>
              <a:t>Docker installed</a:t>
            </a:r>
            <a:endParaRPr lang="en-US" altLang="en-US"/>
          </a:p>
          <a:p>
            <a:pPr lvl="1"/>
            <a:r>
              <a:rPr lang="en-US" altLang="en-US"/>
              <a:t>Virtualization enabled in BIOS (if using Minikube VM driver)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10540"/>
            <a:ext cx="10515600" cy="5666740"/>
          </a:xfrm>
        </p:spPr>
        <p:txBody>
          <a:bodyPr>
            <a:normAutofit fontScale="85000"/>
          </a:bodyPr>
          <a:p>
            <a:pPr marL="0" indent="0">
              <a:buNone/>
            </a:pPr>
            <a:r>
              <a:rPr lang="en-US" altLang="en-US"/>
              <a:t>B) Multi-Node Cluster with kubeadm (VirtualBox, VMs, Bare Metal)</a:t>
            </a:r>
            <a:endParaRPr lang="en-US" altLang="en-US"/>
          </a:p>
          <a:p>
            <a:r>
              <a:rPr lang="en-US" altLang="en-US"/>
              <a:t>Master Node:</a:t>
            </a:r>
            <a:endParaRPr lang="en-US" altLang="en-US"/>
          </a:p>
          <a:p>
            <a:pPr lvl="1"/>
            <a:r>
              <a:rPr lang="en-US" altLang="en-US"/>
              <a:t>CPU: ≥ 2 cores</a:t>
            </a:r>
            <a:endParaRPr lang="en-US" altLang="en-US"/>
          </a:p>
          <a:p>
            <a:pPr lvl="1"/>
            <a:r>
              <a:rPr lang="en-US" altLang="en-US"/>
              <a:t>RAM: ≥ 2 GB (4 GB recommended)</a:t>
            </a:r>
            <a:endParaRPr lang="en-US" altLang="en-US"/>
          </a:p>
          <a:p>
            <a:pPr lvl="1"/>
            <a:r>
              <a:rPr lang="en-US" altLang="en-US"/>
              <a:t>Disk: ≥ 20 GB</a:t>
            </a:r>
            <a:endParaRPr lang="en-US" altLang="en-US"/>
          </a:p>
          <a:p>
            <a:r>
              <a:rPr lang="en-US" altLang="en-US"/>
              <a:t>Worker Node(s):</a:t>
            </a:r>
            <a:endParaRPr lang="en-US" altLang="en-US"/>
          </a:p>
          <a:p>
            <a:pPr lvl="1"/>
            <a:r>
              <a:rPr lang="en-US" altLang="en-US"/>
              <a:t>CPU: ≥ 1 core</a:t>
            </a:r>
            <a:endParaRPr lang="en-US" altLang="en-US"/>
          </a:p>
          <a:p>
            <a:pPr lvl="1"/>
            <a:r>
              <a:rPr lang="en-US" altLang="en-US"/>
              <a:t>RAM: ≥ 2 GB</a:t>
            </a:r>
            <a:endParaRPr lang="en-US" altLang="en-US"/>
          </a:p>
          <a:p>
            <a:pPr lvl="1"/>
            <a:r>
              <a:rPr lang="en-US" altLang="en-US"/>
              <a:t>Disk: ≥ 20 GB</a:t>
            </a:r>
            <a:endParaRPr lang="en-US" altLang="en-US"/>
          </a:p>
          <a:p>
            <a:r>
              <a:rPr lang="en-US" altLang="en-US"/>
              <a:t>Network:</a:t>
            </a:r>
            <a:endParaRPr lang="en-US" altLang="en-US"/>
          </a:p>
          <a:p>
            <a:pPr lvl="1"/>
            <a:r>
              <a:rPr lang="en-US" altLang="en-US"/>
              <a:t>Nodes must be able to talk to each other on Kubernetes ports</a:t>
            </a:r>
            <a:endParaRPr lang="en-US" altLang="en-US"/>
          </a:p>
          <a:p>
            <a:pPr lvl="1"/>
            <a:r>
              <a:rPr lang="en-US" altLang="en-US"/>
              <a:t>(6443 for API server, 10250–10259 for kubelet, etc.)</a:t>
            </a:r>
            <a:endParaRPr lang="en-US" altLang="en-US"/>
          </a:p>
          <a:p>
            <a:r>
              <a:rPr lang="en-US" altLang="en-US"/>
              <a:t>OS: Ubuntu 20.04+/Debian/CentOS (Linux)</a:t>
            </a:r>
            <a:endParaRPr lang="en-US" altLang="en-US"/>
          </a:p>
          <a:p>
            <a:r>
              <a:rPr lang="en-US" altLang="en-US"/>
              <a:t>Extras: container runtime (Docker/containerd)</a:t>
            </a:r>
            <a:endParaRPr lang="en-US" altLang="en-US"/>
          </a:p>
          <a:p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22300"/>
            <a:ext cx="10515600" cy="5554980"/>
          </a:xfrm>
        </p:spPr>
        <p:txBody>
          <a:bodyPr>
            <a:normAutofit/>
          </a:bodyPr>
          <a:p>
            <a:pPr marL="0" indent="0">
              <a:buNone/>
            </a:pPr>
            <a:r>
              <a:rPr lang="en-US" altLang="en-US"/>
              <a:t>C) Cloud-Managed Kubernetes (EKS, GKE, AKS)</a:t>
            </a:r>
            <a:endParaRPr lang="en-US" altLang="en-US"/>
          </a:p>
          <a:p>
            <a:r>
              <a:rPr lang="en-US" altLang="en-US"/>
              <a:t>Just need:</a:t>
            </a:r>
            <a:endParaRPr lang="en-US" altLang="en-US"/>
          </a:p>
          <a:p>
            <a:pPr lvl="1"/>
            <a:r>
              <a:rPr lang="en-US" altLang="en-US"/>
              <a:t>Cloud account</a:t>
            </a:r>
            <a:endParaRPr lang="en-US" altLang="en-US"/>
          </a:p>
          <a:p>
            <a:pPr lvl="1"/>
            <a:r>
              <a:rPr lang="en-US" altLang="en-US"/>
              <a:t>IAM/permissions to create clusters</a:t>
            </a:r>
            <a:endParaRPr lang="en-US" altLang="en-US"/>
          </a:p>
          <a:p>
            <a:pPr lvl="1"/>
            <a:r>
              <a:rPr lang="en-US" altLang="en-US"/>
              <a:t>No control plane resource requirements (provider manages it)</a:t>
            </a:r>
            <a:endParaRPr lang="en-US" altLang="en-US"/>
          </a:p>
          <a:p>
            <a:pPr lvl="1"/>
            <a:r>
              <a:rPr lang="en-US" altLang="en-US"/>
              <a:t>You still need EC2/VM specs for worker nodes (usually ≥ 2 vCPU, 4GB RAM)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6550" y="365125"/>
            <a:ext cx="11017250" cy="1325880"/>
          </a:xfrm>
        </p:spPr>
        <p:txBody>
          <a:bodyPr>
            <a:normAutofit fontScale="90000"/>
          </a:bodyPr>
          <a:p>
            <a:r>
              <a:rPr lang="en-US" altLang="en-US">
                <a:sym typeface="+mn-ea"/>
              </a:rPr>
              <a:t> Installation Options (Beginner-Friendly Order)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endParaRPr lang="en-US" altLang="en-US" sz="2800"/>
          </a:p>
          <a:p>
            <a:pPr lvl="1"/>
            <a:r>
              <a:rPr lang="en-US" altLang="en-US" sz="2800">
                <a:sym typeface="+mn-ea"/>
              </a:rPr>
              <a:t>Easiest for learning → Docker Desktop (enable Kubernetes) or Minikube</a:t>
            </a:r>
            <a:endParaRPr lang="en-US" altLang="en-US" sz="2800"/>
          </a:p>
          <a:p>
            <a:pPr lvl="1"/>
            <a:r>
              <a:rPr lang="en-US" altLang="en-US" sz="2800">
                <a:sym typeface="+mn-ea"/>
              </a:rPr>
              <a:t>Understand internals → kubeadm on Linux VMs</a:t>
            </a:r>
            <a:endParaRPr lang="en-US" altLang="en-US" sz="2800"/>
          </a:p>
          <a:p>
            <a:pPr lvl="1"/>
            <a:r>
              <a:rPr lang="en-US" altLang="en-US" sz="2800">
                <a:sym typeface="+mn-ea"/>
              </a:rPr>
              <a:t>Production-grade → Cloud-managed services (EKS, GKE, AKS)</a:t>
            </a:r>
            <a:endParaRPr lang="en-US" altLang="en-US" sz="2800"/>
          </a:p>
          <a:p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4045"/>
          </a:xfrm>
        </p:spPr>
        <p:txBody>
          <a:bodyPr>
            <a:normAutofit fontScale="90000"/>
          </a:bodyPr>
          <a:p>
            <a:r>
              <a:rPr lang="en-US"/>
              <a:t>Installation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86840"/>
            <a:ext cx="10515600" cy="4790440"/>
          </a:xfrm>
        </p:spPr>
        <p:txBody>
          <a:bodyPr/>
          <a:p>
            <a:r>
              <a:rPr lang="en-US"/>
              <a:t>Using Minikube :</a:t>
            </a:r>
            <a:endParaRPr 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https://minikube.sigs.k8s.io/docs/start/?arch=%2Fmacos%2Farm64%2Fstable%2Fbinary+download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pPr marL="0" indent="0">
              <a:buNone/>
            </a:pPr>
            <a:r>
              <a:rPr lang="en-US" altLang="en-US"/>
              <a:t>Windows : using choco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choco install kubernetes-cli</a:t>
            </a:r>
            <a:endParaRPr lang="en-US" altLang="en-US"/>
          </a:p>
          <a:p>
            <a:pPr marL="0" indent="457200">
              <a:buNone/>
            </a:pPr>
            <a:r>
              <a:rPr lang="en-US" altLang="en-US"/>
              <a:t>choco install minikube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79450"/>
          </a:xfrm>
        </p:spPr>
        <p:txBody>
          <a:bodyPr>
            <a:normAutofit fontScale="90000"/>
          </a:bodyPr>
          <a:p>
            <a:r>
              <a:rPr lang="en-US"/>
              <a:t>Windows :using exe</a:t>
            </a:r>
            <a:endParaRPr lang="en-US"/>
          </a:p>
        </p:txBody>
      </p:sp>
      <p:pic>
        <p:nvPicPr>
          <p:cNvPr id="4" name="Picture 3" descr="Screenshot 2025-08-04 at 12.56.17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230" y="1117600"/>
            <a:ext cx="11824970" cy="5740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5965"/>
          </a:xfrm>
        </p:spPr>
        <p:txBody>
          <a:bodyPr>
            <a:normAutofit fontScale="90000"/>
          </a:bodyPr>
          <a:p>
            <a:r>
              <a:rPr lang="en-US"/>
              <a:t>Mac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26210"/>
            <a:ext cx="10515600" cy="4751070"/>
          </a:xfrm>
        </p:spPr>
        <p:txBody>
          <a:bodyPr/>
          <a:p>
            <a:pPr lvl="1"/>
            <a:endParaRPr lang="en-US"/>
          </a:p>
          <a:p>
            <a:pPr lvl="1"/>
            <a:r>
              <a:rPr lang="en-US"/>
              <a:t>brew install kubectl </a:t>
            </a:r>
            <a:endParaRPr lang="en-US"/>
          </a:p>
          <a:p>
            <a:pPr lvl="1"/>
            <a:r>
              <a:rPr lang="en-US"/>
              <a:t>brew install minikube</a:t>
            </a:r>
            <a:endParaRPr lang="en-US"/>
          </a:p>
          <a:p>
            <a:endParaRPr lang="en-US"/>
          </a:p>
          <a:p>
            <a:r>
              <a:rPr lang="en-US" altLang="en-US"/>
              <a:t>Verify Installation:</a:t>
            </a:r>
            <a:endParaRPr lang="en-US" altLang="en-US"/>
          </a:p>
          <a:p>
            <a:pPr lvl="1"/>
            <a:r>
              <a:rPr lang="en-US" altLang="en-US"/>
              <a:t>kubectl version --client</a:t>
            </a:r>
            <a:endParaRPr lang="en-US" altLang="en-US"/>
          </a:p>
          <a:p>
            <a:pPr lvl="1"/>
            <a:r>
              <a:rPr lang="en-US" altLang="en-US"/>
              <a:t>minikube version</a:t>
            </a:r>
            <a:endParaRPr lang="en-US" alt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13790"/>
          </a:xfrm>
        </p:spPr>
        <p:txBody>
          <a:bodyPr>
            <a:normAutofit fontScale="90000"/>
          </a:bodyPr>
          <a:p>
            <a:r>
              <a:rPr lang="en-US" altLang="en-US"/>
              <a:t>Understanding Kubernetes Master in Minikube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48510"/>
            <a:ext cx="10515600" cy="4128770"/>
          </a:xfrm>
        </p:spPr>
        <p:txBody>
          <a:bodyPr>
            <a:normAutofit lnSpcReduction="20000"/>
          </a:bodyPr>
          <a:p>
            <a:r>
              <a:rPr lang="en-US"/>
              <a:t>minikube start </a:t>
            </a:r>
            <a:endParaRPr lang="en-US"/>
          </a:p>
          <a:p>
            <a:r>
              <a:rPr lang="en-US"/>
              <a:t>minikube status</a:t>
            </a:r>
            <a:endParaRPr lang="en-US"/>
          </a:p>
          <a:p>
            <a:r>
              <a:rPr lang="en-US" altLang="en-US"/>
              <a:t>kubectl get nodes</a:t>
            </a:r>
            <a:endParaRPr lang="en-US" altLang="en-US"/>
          </a:p>
          <a:p>
            <a:r>
              <a:rPr lang="en-US" altLang="en-US"/>
              <a:t>kubectl get nodes -o wide</a:t>
            </a:r>
            <a:endParaRPr lang="en-US" altLang="en-US"/>
          </a:p>
          <a:p>
            <a:r>
              <a:rPr lang="en-US" altLang="en-US"/>
              <a:t>kubectl describe node minikube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What is a Kubernetes Master?</a:t>
            </a:r>
            <a:endParaRPr lang="en-US" altLang="en-US"/>
          </a:p>
          <a:p>
            <a:pPr lvl="1"/>
            <a:r>
              <a:rPr lang="en-US" altLang="en-US"/>
              <a:t>The master node (control plane) manages the cluster and makes decisions about scheduling, scaling, and maintaining desired state. In Minikube, these components run as pods within the single node.</a:t>
            </a:r>
            <a:endParaRPr lang="en-US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66750"/>
            <a:ext cx="10515600" cy="6011545"/>
          </a:xfrm>
        </p:spPr>
        <p:txBody>
          <a:bodyPr>
            <a:normAutofit lnSpcReduction="10000"/>
          </a:bodyPr>
          <a:p>
            <a:r>
              <a:rPr lang="en-US" altLang="en-US"/>
              <a:t> View all system pods (these are the master components)</a:t>
            </a:r>
            <a:endParaRPr lang="en-US" altLang="en-US"/>
          </a:p>
          <a:p>
            <a:pPr lvl="1"/>
            <a:r>
              <a:rPr lang="en-US" altLang="en-US"/>
              <a:t>kubectl get pods -n kube-system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r>
              <a:rPr lang="en-US" altLang="en-US"/>
              <a:t># Get detailed information about each component</a:t>
            </a:r>
            <a:endParaRPr lang="en-US" altLang="en-US"/>
          </a:p>
          <a:p>
            <a:pPr lvl="1"/>
            <a:r>
              <a:rPr lang="en-US" altLang="en-US"/>
              <a:t>kubectl describe pod etcd-minikube -n kube-system</a:t>
            </a:r>
            <a:endParaRPr lang="en-US" altLang="en-US"/>
          </a:p>
          <a:p>
            <a:pPr lvl="1"/>
            <a:r>
              <a:rPr lang="en-US" altLang="en-US"/>
              <a:t>kubectl describe pod kube-apiserver-minikube -n kube-system</a:t>
            </a:r>
            <a:endParaRPr lang="en-US" altLang="en-US"/>
          </a:p>
          <a:p>
            <a:pPr lvl="1"/>
            <a:r>
              <a:rPr lang="en-US" altLang="en-US"/>
              <a:t>kubectl describe pod kube-controller-manager-minikube -n kube-system</a:t>
            </a:r>
            <a:endParaRPr lang="en-US" altLang="en-US"/>
          </a:p>
          <a:p>
            <a:pPr lvl="1"/>
            <a:r>
              <a:rPr lang="en-US" altLang="en-US"/>
              <a:t>kubectl describe pod kube-scheduler-minikube -n kube-system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r>
              <a:rPr lang="en-US" altLang="en-US"/>
              <a:t>Check cluster info:</a:t>
            </a:r>
            <a:endParaRPr lang="en-US" altLang="en-US"/>
          </a:p>
          <a:p>
            <a:pPr lvl="1"/>
            <a:r>
              <a:rPr lang="en-US" altLang="en-US"/>
              <a:t>kubectl cluster-info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r>
              <a:rPr lang="en-US" altLang="en-US"/>
              <a:t>View kubeconfig:</a:t>
            </a:r>
            <a:endParaRPr lang="en-US" altLang="en-US"/>
          </a:p>
          <a:p>
            <a:pPr lvl="1"/>
            <a:r>
              <a:rPr lang="en-US" altLang="en-US"/>
              <a:t>kubectl config view</a:t>
            </a:r>
            <a:endParaRPr lang="en-US" alt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522605"/>
            <a:ext cx="10515600" cy="5654675"/>
          </a:xfrm>
        </p:spPr>
        <p:txBody>
          <a:bodyPr/>
          <a:p>
            <a:r>
              <a:rPr lang="en-US" altLang="en-US"/>
              <a:t>Get Current-Context:</a:t>
            </a:r>
            <a:endParaRPr lang="en-US" altLang="en-US"/>
          </a:p>
          <a:p>
            <a:pPr lvl="1"/>
            <a:r>
              <a:rPr lang="en-US" altLang="en-US"/>
              <a:t>kubectl config current-context</a:t>
            </a:r>
            <a:endParaRPr lang="en-US" altLang="en-US"/>
          </a:p>
          <a:p>
            <a:r>
              <a:rPr lang="en-US" altLang="en-US"/>
              <a:t>Access the master node directly:</a:t>
            </a:r>
            <a:endParaRPr lang="en-US" altLang="en-US"/>
          </a:p>
          <a:p>
            <a:pPr lvl="1"/>
            <a:r>
              <a:rPr lang="en-US" altLang="en-US"/>
              <a:t>minikube ssh </a:t>
            </a:r>
            <a:endParaRPr lang="en-US" altLang="en-US"/>
          </a:p>
          <a:p>
            <a:pPr lvl="1"/>
            <a:r>
              <a:rPr lang="en-US" altLang="en-US"/>
              <a:t>exit 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altLang="en-US"/>
              <a:t>Understanding Kubernetes Worker in Minikube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What is a Kubernetes Worker?</a:t>
            </a:r>
            <a:endParaRPr lang="en-US" altLang="en-US"/>
          </a:p>
          <a:p>
            <a:r>
              <a:rPr lang="en-US" altLang="en-US"/>
              <a:t>Worker nodes run application pods and are managed by the master. </a:t>
            </a:r>
            <a:endParaRPr lang="en-US" altLang="en-US"/>
          </a:p>
          <a:p>
            <a:r>
              <a:rPr lang="en-US" altLang="en-US"/>
              <a:t>In Minikube, worker components run alongside master components on the same node.</a:t>
            </a:r>
            <a:endParaRPr lang="en-US" altLang="en-US"/>
          </a:p>
          <a:p>
            <a:pPr marL="0" indent="0">
              <a:buNone/>
            </a:pPr>
            <a:endParaRPr lang="en-US" altLang="en-US"/>
          </a:p>
          <a:p>
            <a:r>
              <a:rPr lang="en-US" altLang="en-US"/>
              <a:t>Delete existing cluster</a:t>
            </a:r>
            <a:endParaRPr lang="en-US" altLang="en-US"/>
          </a:p>
          <a:p>
            <a:pPr lvl="1"/>
            <a:r>
              <a:rPr lang="en-US" altLang="en-US"/>
              <a:t>minikube delete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443865"/>
            <a:ext cx="10515600" cy="5857240"/>
          </a:xfrm>
        </p:spPr>
        <p:txBody>
          <a:bodyPr>
            <a:normAutofit fontScale="90000" lnSpcReduction="20000"/>
          </a:bodyPr>
          <a:p>
            <a:pPr marL="0" indent="0">
              <a:buNone/>
            </a:pPr>
            <a:r>
              <a:rPr lang="en-US" altLang="en-US"/>
              <a:t># Start multi-node cluster</a:t>
            </a:r>
            <a:endParaRPr lang="en-US" altLang="en-US"/>
          </a:p>
          <a:p>
            <a:pPr lvl="1"/>
            <a:r>
              <a:rPr lang="en-US" altLang="en-US"/>
              <a:t>minikube start --nodes 3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r>
              <a:rPr lang="en-US" altLang="en-US"/>
              <a:t># Verify multiple nodes</a:t>
            </a:r>
            <a:endParaRPr lang="en-US" altLang="en-US"/>
          </a:p>
          <a:p>
            <a:pPr lvl="1"/>
            <a:r>
              <a:rPr lang="en-US" altLang="en-US"/>
              <a:t>kubectl get nodes</a:t>
            </a:r>
            <a:endParaRPr lang="en-US" altLang="en-US"/>
          </a:p>
          <a:p>
            <a:r>
              <a:rPr lang="en-US" altLang="en-US"/>
              <a:t>Add worker nodes to existing cluster:</a:t>
            </a:r>
            <a:endParaRPr lang="en-US" altLang="en-US"/>
          </a:p>
          <a:p>
            <a:r>
              <a:rPr lang="en-US" altLang="en-US"/>
              <a:t> # Start with single node</a:t>
            </a:r>
            <a:endParaRPr lang="en-US" altLang="en-US"/>
          </a:p>
          <a:p>
            <a:pPr lvl="1"/>
            <a:r>
              <a:rPr lang="en-US" altLang="en-US"/>
              <a:t>minikube start</a:t>
            </a:r>
            <a:endParaRPr lang="en-US" altLang="en-US"/>
          </a:p>
          <a:p>
            <a:r>
              <a:rPr lang="en-US" altLang="en-US"/>
              <a:t># Add worker nodes</a:t>
            </a:r>
            <a:endParaRPr lang="en-US" altLang="en-US"/>
          </a:p>
          <a:p>
            <a:pPr lvl="1"/>
            <a:r>
              <a:rPr lang="en-US" altLang="en-US"/>
              <a:t>minikube node add --worker</a:t>
            </a:r>
            <a:endParaRPr lang="en-US" altLang="en-US"/>
          </a:p>
          <a:p>
            <a:r>
              <a:rPr lang="en-US" altLang="en-US"/>
              <a:t># List all nodes</a:t>
            </a:r>
            <a:endParaRPr lang="en-US" altLang="en-US"/>
          </a:p>
          <a:p>
            <a:pPr lvl="1"/>
            <a:r>
              <a:rPr lang="en-US" altLang="en-US"/>
              <a:t>minikube node list</a:t>
            </a:r>
            <a:endParaRPr lang="en-US" altLang="en-US"/>
          </a:p>
          <a:p>
            <a:pPr lvl="1"/>
            <a:r>
              <a:rPr lang="en-US" altLang="en-US"/>
              <a:t>kubectl get node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r>
              <a:rPr lang="en-US" altLang="en-US"/>
              <a:t>Add worker with specific name : </a:t>
            </a:r>
            <a:endParaRPr lang="en-US" altLang="en-US"/>
          </a:p>
          <a:p>
            <a:pPr lvl="1"/>
            <a:r>
              <a:rPr lang="en-US" altLang="en-US"/>
              <a:t>minikube node add --worker --name=worker-1</a:t>
            </a:r>
            <a:endParaRPr lang="en-US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45210"/>
            <a:ext cx="10515600" cy="5510530"/>
          </a:xfrm>
        </p:spPr>
        <p:txBody>
          <a:bodyPr>
            <a:normAutofit/>
          </a:bodyPr>
          <a:p>
            <a:r>
              <a:rPr lang="en-US" altLang="en-US"/>
              <a:t># Get detailed information about worker nodes</a:t>
            </a:r>
            <a:endParaRPr lang="en-US" altLang="en-US"/>
          </a:p>
          <a:p>
            <a:pPr lvl="1"/>
            <a:r>
              <a:rPr lang="en-US" altLang="en-US"/>
              <a:t>kubectl describe node minikube-m02</a:t>
            </a:r>
            <a:endParaRPr lang="en-US" altLang="en-US"/>
          </a:p>
          <a:p>
            <a:r>
              <a:rPr lang="en-US" altLang="en-US"/>
              <a:t># View node labels</a:t>
            </a:r>
            <a:endParaRPr lang="en-US" altLang="en-US"/>
          </a:p>
          <a:p>
            <a:pPr marL="457200" lvl="2"/>
            <a:r>
              <a:rPr lang="en-US" altLang="en-US" sz="2330">
                <a:sym typeface="+mn-ea"/>
              </a:rPr>
              <a:t>kubectl get nodes --show-labels</a:t>
            </a:r>
            <a:endParaRPr lang="en-US" altLang="en-US"/>
          </a:p>
          <a:p>
            <a:r>
              <a:rPr lang="en-US" altLang="en-US"/>
              <a:t>Delete nodes:</a:t>
            </a:r>
            <a:endParaRPr lang="en-US" altLang="en-US"/>
          </a:p>
          <a:p>
            <a:pPr lvl="1"/>
            <a:r>
              <a:rPr lang="en-US" altLang="en-US"/>
              <a:t>minikube node delete minikube-m02</a:t>
            </a:r>
            <a:endParaRPr lang="en-US" altLang="en-US"/>
          </a:p>
          <a:p>
            <a:r>
              <a:rPr lang="en-US" altLang="en-US"/>
              <a:t># Delete multiple nodes at once</a:t>
            </a:r>
            <a:endParaRPr lang="en-US" altLang="en-US"/>
          </a:p>
          <a:p>
            <a:pPr lvl="1"/>
            <a:r>
              <a:rPr lang="en-US" altLang="en-US"/>
              <a:t>minikube node delete minikube-m02 minikube-m03</a:t>
            </a:r>
            <a:endParaRPr lang="en-US" altLang="en-US"/>
          </a:p>
          <a:p>
            <a:r>
              <a:rPr lang="en-US" altLang="en-US"/>
              <a:t>SSH into node: </a:t>
            </a:r>
            <a:endParaRPr lang="en-US" altLang="en-US"/>
          </a:p>
          <a:p>
            <a:pPr lvl="1"/>
            <a:r>
              <a:rPr lang="en-US" altLang="en-US"/>
              <a:t>minikube ssh -n minikube-m02</a:t>
            </a:r>
            <a:endParaRPr lang="en-US" altLang="en-US"/>
          </a:p>
          <a:p>
            <a:pPr marL="457200" lvl="1" indent="0">
              <a:buNone/>
            </a:pPr>
            <a:endParaRPr lang="en-US" altLang="en-US"/>
          </a:p>
          <a:p>
            <a:pPr lvl="1"/>
            <a:endParaRPr lang="en-US" altLang="en-US"/>
          </a:p>
          <a:p>
            <a:pPr marL="0" indent="0">
              <a:buNone/>
            </a:pPr>
            <a:endParaRPr lang="en-US" altLang="en-US"/>
          </a:p>
        </p:txBody>
      </p:sp>
      <p:sp>
        <p:nvSpPr>
          <p:cNvPr id="4" name="Text Box 3"/>
          <p:cNvSpPr txBox="1"/>
          <p:nvPr/>
        </p:nvSpPr>
        <p:spPr>
          <a:xfrm>
            <a:off x="3587750" y="323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en-US"/>
              <a:t>Manage individual worker nodes:</a:t>
            </a:r>
            <a:endParaRPr lang="en-US" alt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altLang="en-US"/>
              <a:t>Create Multiple Clusters with Minikube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p>
            <a:r>
              <a:rPr lang="en-US" altLang="en-US"/>
              <a:t>Create :</a:t>
            </a:r>
            <a:endParaRPr lang="en-US" altLang="en-US"/>
          </a:p>
          <a:p>
            <a:pPr lvl="1"/>
            <a:r>
              <a:rPr lang="en-US" altLang="en-US"/>
              <a:t>minikube start -p cluster1</a:t>
            </a:r>
            <a:endParaRPr lang="en-US" altLang="en-US"/>
          </a:p>
          <a:p>
            <a:r>
              <a:rPr lang="en-US" altLang="en-US"/>
              <a:t>Create customised cluster :</a:t>
            </a:r>
            <a:endParaRPr lang="en-US" altLang="en-US"/>
          </a:p>
          <a:p>
            <a:pPr lvl="1"/>
            <a:r>
              <a:rPr lang="en-US" altLang="en-US"/>
              <a:t>minikube start -p cluster3 --nodes=2 --driver=docker --kubernetes-version=v1.32.0</a:t>
            </a:r>
            <a:endParaRPr lang="en-US" altLang="en-US"/>
          </a:p>
          <a:p>
            <a:r>
              <a:rPr lang="en-US" altLang="en-US"/>
              <a:t>List all clusters:</a:t>
            </a:r>
            <a:endParaRPr lang="en-US" altLang="en-US"/>
          </a:p>
          <a:p>
            <a:pPr lvl="1"/>
            <a:r>
              <a:rPr lang="en-US" altLang="en-US"/>
              <a:t>minikube profile list</a:t>
            </a:r>
            <a:endParaRPr lang="en-US" altLang="en-US"/>
          </a:p>
          <a:p>
            <a:r>
              <a:rPr lang="en-US" altLang="en-US"/>
              <a:t>Switch Between Clusters</a:t>
            </a:r>
            <a:endParaRPr lang="en-US" altLang="en-US"/>
          </a:p>
          <a:p>
            <a:pPr lvl="1"/>
            <a:r>
              <a:rPr lang="en-US" altLang="en-US"/>
              <a:t>minikube profile cluster2</a:t>
            </a:r>
            <a:endParaRPr lang="en-US" altLang="en-US"/>
          </a:p>
          <a:p>
            <a:pPr lvl="1"/>
            <a:r>
              <a:rPr lang="en-US" altLang="en-US"/>
              <a:t>kubectl get nodes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56285"/>
            <a:ext cx="10515600" cy="5420995"/>
          </a:xfrm>
        </p:spPr>
        <p:txBody>
          <a:bodyPr/>
          <a:p>
            <a:r>
              <a:rPr lang="en-US" altLang="en-US"/>
              <a:t>Delete a Cluster:</a:t>
            </a:r>
            <a:endParaRPr lang="en-US" altLang="en-US"/>
          </a:p>
          <a:p>
            <a:pPr lvl="1"/>
            <a:r>
              <a:rPr lang="en-US" altLang="en-US"/>
              <a:t>minikube delete -p cluster2</a:t>
            </a:r>
            <a:endParaRPr lang="en-US" altLang="en-US"/>
          </a:p>
          <a:p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4396</Words>
  <Application>WPS Presentation</Application>
  <PresentationFormat>Widescreen</PresentationFormat>
  <Paragraphs>194</Paragraphs>
  <Slides>19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19</vt:i4>
      </vt:variant>
    </vt:vector>
  </HeadingPairs>
  <TitlesOfParts>
    <vt:vector size="31" baseType="lpstr">
      <vt:lpstr>Arial</vt:lpstr>
      <vt:lpstr>SimSun</vt:lpstr>
      <vt:lpstr>Wingdings</vt:lpstr>
      <vt:lpstr>Calibri Light</vt:lpstr>
      <vt:lpstr>Helvetica Neue</vt:lpstr>
      <vt:lpstr>Microsoft YaHei</vt:lpstr>
      <vt:lpstr>汉仪旗黑</vt:lpstr>
      <vt:lpstr>Arial Unicode MS</vt:lpstr>
      <vt:lpstr>Calibri</vt:lpstr>
      <vt:lpstr>宋体-简</vt:lpstr>
      <vt:lpstr>Arial</vt:lpstr>
      <vt:lpstr>Office Theme</vt:lpstr>
      <vt:lpstr>Unit - 2 Deployment of Kubernetes</vt:lpstr>
      <vt:lpstr>Unit -2 Syllabus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Installation</vt:lpstr>
      <vt:lpstr>Windows :using exe</vt:lpstr>
      <vt:lpstr>Mac </vt:lpstr>
      <vt:lpstr>Understanding Kubernetes Master in Minikube</vt:lpstr>
      <vt:lpstr>PowerPoint 演示文稿</vt:lpstr>
      <vt:lpstr>PowerPoint 演示文稿</vt:lpstr>
      <vt:lpstr>Understanding Kubernetes Worker in Minikube</vt:lpstr>
      <vt:lpstr>PowerPoint 演示文稿</vt:lpstr>
      <vt:lpstr>PowerPoint 演示文稿</vt:lpstr>
      <vt:lpstr>Create Multiple Clusters with Minikube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divyathakur</dc:creator>
  <cp:lastModifiedBy>divya thakur</cp:lastModifiedBy>
  <cp:revision>80</cp:revision>
  <dcterms:created xsi:type="dcterms:W3CDTF">2025-08-08T07:49:02Z</dcterms:created>
  <dcterms:modified xsi:type="dcterms:W3CDTF">2025-08-08T07:49:02Z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7A7B64D27F662BD6C7948F6813070D13_41</vt:lpwstr>
  </property>
  <property fmtid="{D5CDD505-2E9C-101B-9397-08002B2CF9AE}" pid="3" name="KSOProductBuildVer">
    <vt:lpwstr>1033-12.1.21937.21937</vt:lpwstr>
  </property>
</Properties>
</file>